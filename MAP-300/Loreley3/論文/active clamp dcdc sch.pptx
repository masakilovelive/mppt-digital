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792913" cy="992505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497D1D-6330-A620-31B0-C8C257E94F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732ECE4-3988-3CE3-404C-1D5E5820D7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AD040F5-6371-E6E4-83F6-F605F9BD5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FE5CE-F9DB-4C44-A56C-E4CFEE2CD086}" type="datetimeFigureOut">
              <a:rPr kumimoji="1" lang="ja-JP" altLang="en-US" smtClean="0"/>
              <a:t>2025/1/8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A172590-E327-C6F8-1778-99F720C08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E0B4C7B-7B66-FD8E-5C35-B889DE18C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EC7EA-C685-4AC3-AD39-92450444B9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1291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2D29B2-0F12-1504-8955-E5AC97E2A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9F64E41-B33B-2ED6-A113-0FF962F70E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9FC4881-4943-8254-3624-68F3685A6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FE5CE-F9DB-4C44-A56C-E4CFEE2CD086}" type="datetimeFigureOut">
              <a:rPr kumimoji="1" lang="ja-JP" altLang="en-US" smtClean="0"/>
              <a:t>2025/1/8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A80061F-8025-7F6B-AD4B-8020DBBFC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C3E66F9-0499-869E-0557-6028036D3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EC7EA-C685-4AC3-AD39-92450444B9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0968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7FBC6A-50B2-5716-815C-3D9865827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C44F531-9E7F-4D6B-63A0-ECB39D2CF0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6EB2A8A-5CC5-F35D-745D-3C4792A7B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FE5CE-F9DB-4C44-A56C-E4CFEE2CD086}" type="datetimeFigureOut">
              <a:rPr kumimoji="1" lang="ja-JP" altLang="en-US" smtClean="0"/>
              <a:t>2025/1/8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70C8CCD-20AD-5C35-A51A-B908A26C8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7C83BBF-70C0-1832-FAA0-B485F22C7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EC7EA-C685-4AC3-AD39-92450444B9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8192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098F8A-B0F0-1926-D9E5-F62434328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E787AE7-E9A2-9278-DA5E-012647489E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3B685E8-3224-3715-5757-ACE0F668C9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CBEBDC6-94D0-667C-4116-CAB4DC159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FE5CE-F9DB-4C44-A56C-E4CFEE2CD086}" type="datetimeFigureOut">
              <a:rPr kumimoji="1" lang="ja-JP" altLang="en-US" smtClean="0"/>
              <a:t>2025/1/8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36C1FE4-8407-C167-8231-5386A4735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7FD1174-7532-A001-D6BC-8A86EA128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EC7EA-C685-4AC3-AD39-92450444B9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5896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64C369-E3B8-2F34-6D25-5E146CAE9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5197852-7564-32F3-EAB9-C071B3B1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4773341-5D94-FD03-115C-BCBAFBBBFB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E2B0416-C9C8-B157-4D03-413E973D3B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1B6A126-0B74-EBEB-2DD3-93868C7015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25A7A51-BBD1-BF27-10D7-AB6348200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FE5CE-F9DB-4C44-A56C-E4CFEE2CD086}" type="datetimeFigureOut">
              <a:rPr kumimoji="1" lang="ja-JP" altLang="en-US" smtClean="0"/>
              <a:t>2025/1/8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F3A96ED-6B9D-1BDE-AEB2-B1FD70D51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EB9BF6E-1DDC-EA23-B32A-15E00B94E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EC7EA-C685-4AC3-AD39-92450444B9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9440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BDEF35-05B3-2E44-52D6-71DC14241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675F75B-2796-1B45-4D4C-572B34939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FE5CE-F9DB-4C44-A56C-E4CFEE2CD086}" type="datetimeFigureOut">
              <a:rPr kumimoji="1" lang="ja-JP" altLang="en-US" smtClean="0"/>
              <a:t>2025/1/8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A98EABD-38A8-A7C5-213B-346D83071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92CD94A-43A3-A0AA-E28B-E9E000F25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EC7EA-C685-4AC3-AD39-92450444B9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4188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9E7EF33-B738-13EE-BF3D-BB1AA99FE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FE5CE-F9DB-4C44-A56C-E4CFEE2CD086}" type="datetimeFigureOut">
              <a:rPr kumimoji="1" lang="ja-JP" altLang="en-US" smtClean="0"/>
              <a:t>2025/1/8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2DFB162-A052-FF4F-C394-E539CF008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CB4067A-9F01-B654-E2DF-F41730DFB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EC7EA-C685-4AC3-AD39-92450444B9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7968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F5079D-D4DA-C275-0B49-CB7233935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088C5AD-95DC-4305-5D2B-85770BDB6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AFA20A4-C3B6-CB1D-61D8-31A614DF6B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0380061-901B-3744-16A1-D810AF3BA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FE5CE-F9DB-4C44-A56C-E4CFEE2CD086}" type="datetimeFigureOut">
              <a:rPr kumimoji="1" lang="ja-JP" altLang="en-US" smtClean="0"/>
              <a:t>2025/1/8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41565E1-72CC-69F8-64BF-6BD96E5AD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007FBE7-12BB-629D-C77D-59215D423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EC7EA-C685-4AC3-AD39-92450444B9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5552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AD75C9-ACC0-E48C-296F-AF17F0B82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D95F32D-8A54-A345-A9A3-6C382361F4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2DDFF77-29A7-1517-23F5-9672CC3293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619D9BF-E9CC-7052-E075-B639CAFB4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FE5CE-F9DB-4C44-A56C-E4CFEE2CD086}" type="datetimeFigureOut">
              <a:rPr kumimoji="1" lang="ja-JP" altLang="en-US" smtClean="0"/>
              <a:t>2025/1/8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80FE055-C14F-7F9D-C06F-76765D987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6AC8128-E683-429D-5E32-9BAB64565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EC7EA-C685-4AC3-AD39-92450444B9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8822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446011-CD43-5D30-A89D-7D52DD903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DB29F09-02F6-6E7B-78A2-E5F012EFF2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D8488DC-D71D-CFBD-FD57-1E28EE70C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FE5CE-F9DB-4C44-A56C-E4CFEE2CD086}" type="datetimeFigureOut">
              <a:rPr kumimoji="1" lang="ja-JP" altLang="en-US" smtClean="0"/>
              <a:t>2025/1/8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A71CBED-3CE6-E0E1-F2E8-6D4FBEA07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5E2007E-6A04-1C2A-C4A5-EC29BC83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EC7EA-C685-4AC3-AD39-92450444B9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2373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B2F81A1-824D-FC5F-9164-6C06A6D0D1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DF29717-E1C8-959F-722F-F65450B9DB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DE76E40-C806-CF61-6DFB-7B6F6A659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FE5CE-F9DB-4C44-A56C-E4CFEE2CD086}" type="datetimeFigureOut">
              <a:rPr kumimoji="1" lang="ja-JP" altLang="en-US" smtClean="0"/>
              <a:t>2025/1/8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3DE21FB-7E9F-B152-7D48-C8E7DA1D9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65F4F33-BB0F-29BE-2EDD-BAF430770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EC7EA-C685-4AC3-AD39-92450444B9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9176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D5B1CA2-D8F5-73F6-7D41-60E1FD234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320DE92-14DA-7AF9-64BD-3DBF3DEEF6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5D1A9E1-026D-1B82-B855-4630A6F5B6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DFE5CE-F9DB-4C44-A56C-E4CFEE2CD086}" type="datetimeFigureOut">
              <a:rPr kumimoji="1" lang="ja-JP" altLang="en-US" smtClean="0"/>
              <a:t>2025/1/8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142E555-3EAD-93DE-19F4-DEF6A562EB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514D182-6094-3B91-F261-9592A153B1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2EC7EA-C685-4AC3-AD39-92450444B9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3023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69C95316-9CAE-F80A-696F-8F9FAA8201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216" y="0"/>
            <a:ext cx="106915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160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将輝 林</dc:creator>
  <cp:lastModifiedBy>将輝 林</cp:lastModifiedBy>
  <cp:revision>1</cp:revision>
  <cp:lastPrinted>2025-01-08T12:23:25Z</cp:lastPrinted>
  <dcterms:created xsi:type="dcterms:W3CDTF">2025-01-08T12:23:11Z</dcterms:created>
  <dcterms:modified xsi:type="dcterms:W3CDTF">2025-01-08T12:25:01Z</dcterms:modified>
</cp:coreProperties>
</file>